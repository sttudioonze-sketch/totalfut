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xo" charset="1" panose="00000000000000000000"/>
      <p:regular r:id="rId18"/>
    </p:embeddedFont>
    <p:embeddedFont>
      <p:font typeface="Boldonse" charset="1" panose="00000000000000000000"/>
      <p:regular r:id="rId19"/>
    </p:embeddedFont>
    <p:embeddedFont>
      <p:font typeface="Ex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42286" cy="10287000"/>
          </a:xfrm>
          <a:custGeom>
            <a:avLst/>
            <a:gdLst/>
            <a:ahLst/>
            <a:cxnLst/>
            <a:rect r="r" b="b" t="t" l="l"/>
            <a:pathLst>
              <a:path h="10287000" w="18542286">
                <a:moveTo>
                  <a:pt x="0" y="0"/>
                </a:moveTo>
                <a:lnTo>
                  <a:pt x="18542286" y="0"/>
                </a:lnTo>
                <a:lnTo>
                  <a:pt x="185422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124" r="0" b="-4012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754" y="0"/>
            <a:ext cx="19419961" cy="10875178"/>
          </a:xfrm>
          <a:custGeom>
            <a:avLst/>
            <a:gdLst/>
            <a:ahLst/>
            <a:cxnLst/>
            <a:rect r="r" b="b" t="t" l="l"/>
            <a:pathLst>
              <a:path h="10875178" w="19419961">
                <a:moveTo>
                  <a:pt x="0" y="0"/>
                </a:moveTo>
                <a:lnTo>
                  <a:pt x="19419961" y="0"/>
                </a:lnTo>
                <a:lnTo>
                  <a:pt x="19419961" y="10875178"/>
                </a:lnTo>
                <a:lnTo>
                  <a:pt x="0" y="10875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23536" y="1257661"/>
            <a:ext cx="6640928" cy="3494552"/>
          </a:xfrm>
          <a:custGeom>
            <a:avLst/>
            <a:gdLst/>
            <a:ahLst/>
            <a:cxnLst/>
            <a:rect r="r" b="b" t="t" l="l"/>
            <a:pathLst>
              <a:path h="3494552" w="6640928">
                <a:moveTo>
                  <a:pt x="0" y="0"/>
                </a:moveTo>
                <a:lnTo>
                  <a:pt x="6640928" y="0"/>
                </a:lnTo>
                <a:lnTo>
                  <a:pt x="6640928" y="3494552"/>
                </a:lnTo>
                <a:lnTo>
                  <a:pt x="0" y="3494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7186" r="0" b="-4284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4556" y="6662451"/>
            <a:ext cx="11698888" cy="830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6"/>
              </a:lnSpc>
            </a:pPr>
            <a:r>
              <a:rPr lang="en-US" sz="4961" spc="178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54847" y="5331040"/>
            <a:ext cx="12778306" cy="111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15"/>
              </a:lnSpc>
            </a:pPr>
            <a:r>
              <a:rPr lang="en-US" sz="5706">
                <a:gradFill>
                  <a:gsLst>
                    <a:gs pos="0">
                      <a:srgbClr val="D7FF47">
                        <a:alpha val="100000"/>
                      </a:srgbClr>
                    </a:gs>
                    <a:gs pos="100000">
                      <a:srgbClr val="EBFFA1">
                        <a:alpha val="100000"/>
                      </a:srgbClr>
                    </a:gs>
                  </a:gsLst>
                  <a:lin ang="0"/>
                </a:gradFill>
                <a:latin typeface="Boldonse"/>
                <a:ea typeface="Boldonse"/>
                <a:cs typeface="Boldonse"/>
                <a:sym typeface="Boldonse"/>
              </a:rPr>
              <a:t>TÍTULO DA APRESENTAÇÃO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6583" y="862059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6583" y="282127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gradFill>
                  <a:gsLst>
                    <a:gs pos="0">
                      <a:srgbClr val="D7FF47">
                        <a:alpha val="100000"/>
                      </a:srgbClr>
                    </a:gs>
                    <a:gs pos="100000">
                      <a:srgbClr val="EBFFA1">
                        <a:alpha val="100000"/>
                      </a:srgbClr>
                    </a:gs>
                  </a:gsLst>
                  <a:lin ang="0"/>
                </a:gra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FFFFFF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56583" y="862059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56583" y="282127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gradFill>
                  <a:gsLst>
                    <a:gs pos="0">
                      <a:srgbClr val="D7FF47">
                        <a:alpha val="100000"/>
                      </a:srgbClr>
                    </a:gs>
                    <a:gs pos="100000">
                      <a:srgbClr val="EBFFA1">
                        <a:alpha val="100000"/>
                      </a:srgbClr>
                    </a:gs>
                  </a:gsLst>
                  <a:lin ang="0"/>
                </a:gra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FFFFFF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gradFill>
                  <a:gsLst>
                    <a:gs pos="0">
                      <a:srgbClr val="D7FF47">
                        <a:alpha val="100000"/>
                      </a:srgbClr>
                    </a:gs>
                    <a:gs pos="100000">
                      <a:srgbClr val="EBFFA1">
                        <a:alpha val="100000"/>
                      </a:srgbClr>
                    </a:gs>
                  </a:gsLst>
                  <a:lin ang="0"/>
                </a:gra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FFFFFF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FFFFFF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gradFill>
                  <a:gsLst>
                    <a:gs pos="0">
                      <a:srgbClr val="D7FF47">
                        <a:alpha val="100000"/>
                      </a:srgbClr>
                    </a:gs>
                    <a:gs pos="100000">
                      <a:srgbClr val="EBFFA1">
                        <a:alpha val="100000"/>
                      </a:srgbClr>
                    </a:gs>
                  </a:gsLst>
                  <a:lin ang="0"/>
                </a:gra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35052" y="2481341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92B2D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92B2D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12121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12121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12121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12121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8144" y="1080626"/>
            <a:ext cx="5176498" cy="37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sz="2195" spc="79">
                <a:solidFill>
                  <a:srgbClr val="212121"/>
                </a:solidFill>
                <a:latin typeface="Exo"/>
                <a:ea typeface="Exo"/>
                <a:cs typeface="Exo"/>
                <a:sym typeface="Exo"/>
              </a:rPr>
              <a:t>SUB-TÍTULO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58144" y="500694"/>
            <a:ext cx="5654116" cy="484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52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58144" y="2874329"/>
            <a:ext cx="5176498" cy="3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9"/>
              </a:lnSpc>
            </a:pPr>
            <a:r>
              <a:rPr lang="en-US" b="true" sz="2195" spc="79">
                <a:solidFill>
                  <a:srgbClr val="212121"/>
                </a:solidFill>
                <a:latin typeface="Exo Bold"/>
                <a:ea typeface="Exo Bold"/>
                <a:cs typeface="Exo Bold"/>
                <a:sym typeface="Exo Bold"/>
              </a:rPr>
              <a:t>TEXTO | TÓPICO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6325" y="4616596"/>
            <a:ext cx="5801705" cy="86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5"/>
              </a:lnSpc>
            </a:pPr>
            <a:r>
              <a:rPr lang="en-US" sz="4475">
                <a:solidFill>
                  <a:srgbClr val="212121"/>
                </a:solidFill>
                <a:latin typeface="Boldonse"/>
                <a:ea typeface="Boldonse"/>
                <a:cs typeface="Boldonse"/>
                <a:sym typeface="Boldonse"/>
              </a:rPr>
              <a:t>TÍTULO DO SLIDE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02923" y="3238514"/>
            <a:ext cx="8518922" cy="4482780"/>
          </a:xfrm>
          <a:custGeom>
            <a:avLst/>
            <a:gdLst/>
            <a:ahLst/>
            <a:cxnLst/>
            <a:rect r="r" b="b" t="t" l="l"/>
            <a:pathLst>
              <a:path h="4482780" w="8518922">
                <a:moveTo>
                  <a:pt x="0" y="0"/>
                </a:moveTo>
                <a:lnTo>
                  <a:pt x="8518923" y="0"/>
                </a:lnTo>
                <a:lnTo>
                  <a:pt x="8518923" y="4482780"/>
                </a:lnTo>
                <a:lnTo>
                  <a:pt x="0" y="4482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186" r="0" b="-4284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DAHX5G43A2E</dc:identifier>
  <dcterms:modified xsi:type="dcterms:W3CDTF">2011-08-01T06:04:30Z</dcterms:modified>
  <cp:revision>1</cp:revision>
  <dc:title>Matriz de Slides | Summit 2026</dc:title>
</cp:coreProperties>
</file>